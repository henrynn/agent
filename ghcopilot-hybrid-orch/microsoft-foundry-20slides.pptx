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4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企业级 AI 应用统一平台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什么是 Microsoft Foundry？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平台定位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PaaS 形态，聚焦应用开发与运维治理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减少基础设施管理复杂度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统一管理模型、智能体、工具与知识库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提供项目端点 + API/SDK + 门户统一体验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统一控制面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RBAC、网络、策略与资产管理集中化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核心价值与优势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降低开发成本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一站式 AI 应用开发平台，减少集成工作量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简化运维管理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统一监控、评估与治理界面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加速企业落地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开箱即用的企业级能力与最佳实践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规模化运营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支持从试点到生产的平滑扩展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平台演进：从分散到统一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过去的挑战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 AI Studio / Azure OpenAI 多平台管理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Hub + 多资源模型复杂度高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多个 API、多个 SDK、多个端点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现在的方案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 Foundry 统一平台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Foundry 资源 + 项目模型简化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项目客户端 + 项目端点一致体验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三类核心用户与价值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应用开发者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快速构建基于模型与智能体的产品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集成工具与企业知识能力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工程师 / 数据科学家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微调、评估与模型部署运营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管理员 / 平台工程师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执行治理、访问控制、合规审计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构建能力：智能体与工具体系 (1/2)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多智能体编排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支持协作式工作流与复杂任务拆解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工具目录与集成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对接 1,400+ 公有与私有工具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 365、第三方 API、自定义工具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会话记忆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跨会话保留上下文，降低重复输入成本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构建能力：知识与发布 (2/2)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IQ - 知识检索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连接企业与网页知识库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输出可溯源的引用结果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发布到多个渠道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 365、Teams、BizChat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容器部署支持混合/私有云场景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运维与治理：企业落地的关键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实时可观测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持续评估与监控模型/智能体质量与风险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资产集中运营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统一管理跨云注册的模型、智能体、工具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企业级控制面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MCP/A2A 认证、AI Gateway、Azure Policy 集成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SDK / API 选型建议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SDK (推荐)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项目端点统一接入，支持 Agents、Evaluations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SDK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Chat Completions 场景，API 兼容优先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SDK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Vision、Speech、Safety 等专项能力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Framework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多智能体编排代码化，云无关设计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编排模式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人机协同 (Human in the loop)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引入审批/澄清节点，满足高风险业务需求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顺序编排 (Sequential)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按固定顺序串联多个 Agent，适合流水线处理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群组对话 (Group chat)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根据上下文动态切换 Agent，适合专家分工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典型应用场景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客服与知识支持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多轮对话、知识库检索、工单自动化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业务流程自动化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跨系统数据整合、决策支持、合规审计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内容与数据分析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文档处理、情报汇聚、趋势预测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代码与开发辅助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代码生成、测试用例、文档自动化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成本管理与规划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成本构成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模型推理 (45%)、工具服务 (25%)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微调/托管 (20%)、治理与观测 (10%)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成本管理关键动作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1. 定价计算器估算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2. 小流量压测校准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3. Cost Management 按 Meter 对账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区域与配额规划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区域选择步骤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1. 选择候选区域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2. 核验模型与工具可用性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3. 检查配额与容量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发布路径建议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单区域试点 → 双区域容灾 → 多区域复制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建立容量阈值告警机制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端点与 API 策略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项目端点 (推荐)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https://&lt;resource&gt;.services.ai.azure.com/api/projects/&lt;project&gt;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使用 Foundry SDK 与项目级能力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兼容端点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https://&lt;resource&gt;.openai.azure.com/openai/v1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已有 OpenAI SDK 生态与兼容性诉求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选型原则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避免多端点并行，按治理需求 + 技术栈决策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权限与治理基线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角色分层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 AI User - 开发与使用，最小权限实践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 Project Manager - 项目与协作流程管理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Owner / Contributor - 订阅级资源与策略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生产落地前置条件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定义清晰的角色分工与权限边界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启用审计日志与合规检查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主权云与合规场景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Government 支持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门户：ai.azure.us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区域：US Gov Arizona / Virginia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适用：政府与合规敏感行业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注意事项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部分功能在主权云不可用（Playground、Fine-tuning 等）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需按官方清单前置评估可用性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从 Azure OpenAI 到 Foundry 迁移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步骤 1：资源映射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确认模型、端点、密钥与项目结构映射关系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步骤 2：接口改造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按 Responses API 与新术语完成 SDK 调整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步骤 3：治理补强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补齐监控、评估、预算与 RBAC 后切生产流量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 天落地建议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 1 个月：搭建与验证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搭建 Foundry 项目与最小可用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验证关键集成点与性能基线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 2 个月：能力补强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接入企业知识与工具，建立评估指标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 3 个月：上线治理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上线监控、预算告警与治理策略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快速开始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第一步：创建 Foundry 项目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访问 Azure 门户或 AI Foundry 门户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第二步：选择开发路径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可视化设计器 / SDK 开发 / API 直连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第三步：构建最小可用产品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Agent 或 Chat 应用，验证基本流程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第四步：配置治理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监控、评估、权限、告警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资源与支持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官方文档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https://learn.microsoft.com/azure/ai-foundry/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关键文档链接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What is Foundry | SDK Overview | Agents Workflow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 Costs | Region Support | RBAC Guidance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获取帮助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 Learn | Azure 技术社区 | 官方支持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2026-04-29T04:04:42Z</dcterms:created>
  <dcterms:modified xsi:type="dcterms:W3CDTF">2026-04-29T04:04:42Z</dcterms:modified>
</cp:coreProperties>
</file>